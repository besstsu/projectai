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5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21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4DD0E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371600"/>
            <a:ext cx="1645920" cy="1280160"/>
          </a:xfrm>
          <a:prstGeom prst="roundRect">
            <a:avLst>
              <a:gd name="adj" fmla="val 10714"/>
            </a:avLst>
          </a:prstGeom>
          <a:solidFill>
            <a:srgbClr val="0097A7">
              <a:alpha val="80000"/>
            </a:srgbClr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554480"/>
            <a:ext cx="1005840" cy="91440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4DD0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1737360"/>
            <a:ext cx="640080" cy="548640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สำหรับผู้เริ่มต้น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657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Computer Vision Library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920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การอ่านและแสดงภาพ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3017520"/>
            <a:ext cx="1920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การปรับแต่งสี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1920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การตรวจจับขอบ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3017520"/>
            <a:ext cx="19202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การตรวจจับใบหน้า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Python + OpenCV Workshop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คืออะไร?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(Open Source Computer Vision Library) เป็น library สำหรับงาน Computer Vision ที่ได้รับความนิยมสูงสุดในโลก พัฒนาโดย Intel ตั้งแต่ปี 1999 รองรับภาษา Python, C++, Java และอื่นๆ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18745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194560"/>
            <a:ext cx="187452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20M+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194560"/>
            <a:ext cx="18745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2194560"/>
            <a:ext cx="187452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2,500+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2743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194560"/>
            <a:ext cx="18745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194560"/>
            <a:ext cx="187452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47,000+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2743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2194560"/>
            <a:ext cx="18745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2194560"/>
            <a:ext cx="187452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1999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2743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ปีที่ก่อตั้ง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ใช้ทำอะไรได้บ้าง?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2606040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77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Processing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977640"/>
            <a:ext cx="2606040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977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977640"/>
            <a:ext cx="2606040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977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Face Detection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2606040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80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Object Detection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4480560"/>
            <a:ext cx="2606040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4480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OCR / Text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4480560"/>
            <a:ext cx="2606040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480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Autonomous Cars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การติดตั้ง OpenCV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ติดตั้งผ่าน pip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640080"/>
          </a:xfrm>
          <a:prstGeom prst="rect">
            <a:avLst/>
          </a:prstGeom>
          <a:solidFill>
            <a:srgbClr val="1E2A3A"/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731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opencv-python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" cy="4114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Full package (พร้อม extra algorithms)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6400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980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63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opencv-contrib-python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ทดสอบการติดตั้ง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1E2A3A"/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
</a:t>
            </a: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(cv2.__version__)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การอ่านและแสดงภาพ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3977640"/>
          </a:xfrm>
          <a:prstGeom prst="rect">
            <a:avLst/>
          </a:prstGeom>
          <a:solidFill>
            <a:srgbClr val="1E2A3A"/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1206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3327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033272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033272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97840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read_image.py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อ่านภาพจากไฟล์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.imread(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'photo.jpg'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แสดงขนาดภาพ
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(img.shape) 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(height, width, channels)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แสดงภาพ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.imshow(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'My Image'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img)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.waitKey(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.destroyAllWindows()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บันทึกภาพ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.imwrite(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'output.jpg'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img)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960120"/>
            <a:ext cx="31089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960120"/>
            <a:ext cx="64008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987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cv2.imread()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261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อ่านภาพจากไฟล์ คืน numpy array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664208"/>
            <a:ext cx="31089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800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664208"/>
            <a:ext cx="64008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691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img.shape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ขนาดภาพ (H, W, C) → เช่น (480, 640, 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2368296"/>
            <a:ext cx="31089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368296"/>
            <a:ext cx="64008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cv2.imshow()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670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แสดงภาพในหน้าต่างใหม่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072384"/>
            <a:ext cx="31089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3072384"/>
            <a:ext cx="64008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3099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cv2.waitKey(0)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33741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รอกด key ก่อนปิด (0 = รอไม่จำกัดเวลา)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776472"/>
            <a:ext cx="31089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3776472"/>
            <a:ext cx="64008" cy="64008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803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cv2.imwrite()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4078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บันทึกภาพลงไฟล์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การปรับแต่งสีและ Color Spaces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192024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 ใน OpenCV)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EF9A9A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960120"/>
            <a:ext cx="1920240" cy="64008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(ใช้ใน Matplotlib)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B0BEC5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960120"/>
            <a:ext cx="1920240" cy="6400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⬜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(ภาพขาวดำ)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960120"/>
            <a:ext cx="1920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A5D6A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960120"/>
            <a:ext cx="1920240" cy="6400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084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HSV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084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(Hue, Sat, Val)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514600"/>
            <a:ext cx="8412480" cy="2331720"/>
          </a:xfrm>
          <a:prstGeom prst="rect">
            <a:avLst/>
          </a:prstGeom>
          <a:solidFill>
            <a:srgbClr val="1E2A3A"/>
          </a:solidFill>
          <a:ln w="12700">
            <a:solidFill>
              <a:srgbClr val="FF980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514600"/>
            <a:ext cx="84124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253288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color_conversion.py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283464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แปลง BGR → Grayscale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 cv2.COLOR_BGR2GRAY)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แปลง BGR → HSV  (ใช้กับการ filter สี)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hsv  = cv2.cvtColor(img, cv2.COLOR_BGR2HSV)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แปลง BGR → RGB  (สำหรับ Matplotlib)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cv2.cvtColor(img, cv2.COLOR_BGR2RGB)
# ปรับ Brightness &amp; Contrast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 = cv2.convertScaleAbs(img, alpha=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beta=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&amp; Filters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691640" cy="1234440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691640" cy="1234440"/>
          </a:xfrm>
          <a:prstGeom prst="rect">
            <a:avLst/>
          </a:prstGeom>
          <a:solidFill>
            <a:srgbClr val="FF9800">
              <a:alpha val="2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1440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691640" cy="1234440"/>
          </a:xfrm>
          <a:prstGeom prst="rect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1440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(Noise Reduction)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691640" cy="123444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91440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8412480" cy="2514600"/>
          </a:xfrm>
          <a:prstGeom prst="rect">
            <a:avLst/>
          </a:prstGeom>
          <a:solidFill>
            <a:srgbClr val="1E2A3A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235000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edge_detection.py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633472"/>
            <a:ext cx="8046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
img  = cv2.imread(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'photo.jpg'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gray = cv2.cvtColor(img, cv2.COLOR_BGR2GRAY)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Gaussian Blur  →  ลด noise ก่อน detect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 = cv2.GaussianBlur(gray, (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Canny Edge Detection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cv2.Canny(blur,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threshold1, threshold2
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cv2.imshow(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'Edges'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edges);  cv2.waitKey(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ด้วย Haar Cascade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0" y="868680"/>
            <a:ext cx="30175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097280"/>
            <a:ext cx="1645920" cy="1828800"/>
          </a:xfrm>
          <a:prstGeom prst="ellipse">
            <a:avLst/>
          </a:prstGeom>
          <a:solidFill>
            <a:srgbClr val="5D4037">
              <a:alpha val="60000"/>
            </a:srgbClr>
          </a:solidFill>
          <a:ln w="12700">
            <a:solidFill>
              <a:srgbClr val="8D6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508760"/>
            <a:ext cx="320040" cy="2286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508760"/>
            <a:ext cx="320040" cy="2286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005840"/>
            <a:ext cx="1828800" cy="2011680"/>
          </a:xfrm>
          <a:prstGeom prst="rect">
            <a:avLst/>
          </a:prstGeom>
          <a:solidFill>
            <a:srgbClr val="4CAF50">
              <a:alpha val="10000"/>
            </a:srgbClr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Detected 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98.5%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68680"/>
            <a:ext cx="5166360" cy="3474720"/>
          </a:xfrm>
          <a:prstGeom prst="rect">
            <a:avLst/>
          </a:prstGeom>
          <a:solidFill>
            <a:srgbClr val="1E2A3A"/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12" name="Shape 10"/>
          <p:cNvSpPr/>
          <p:nvPr/>
        </p:nvSpPr>
        <p:spPr>
          <a:xfrm>
            <a:off x="365760" y="868680"/>
            <a:ext cx="5166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8696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face_detection.py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11887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โหลด Haar Cascade model
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face_cascade = cv2.CascadeClassifier(
  cv2.data.haarcascades +
  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'haarcascade_frontalface_default.xml')
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 = cv2.imread(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'people.jpg'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gray = cv2.cvtColor(img, cv2.COLOR_BGR2GRAY)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ตรวจจับใบหน้า
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 = face_cascade.detectMultiScale(
    gray, scaleFactor=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minNeighbors=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วาด bounding box
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(x, y, w, h)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faces:
    cv2.rectangle(img,(x,y),(x+w,y+h),(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4CAF50">
              <a:alpha val="15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Haar Cascade มาพร้อมกับ OpenCV ไม่ต้อง train model เอง เหมาะสำหรับ real-time detection บน CPU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Webcam 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212080" cy="3977640"/>
          </a:xfrm>
          <a:prstGeom prst="rect">
            <a:avLst/>
          </a:prstGeom>
          <a:solidFill>
            <a:srgbClr val="1E2A3A"/>
          </a:solidFill>
          <a:ln w="12700">
            <a:solidFill>
              <a:srgbClr val="FF5722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2120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webcam.py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892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= webcam แรก, 'video.mp4' = ไฟล์
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cap.isOpened():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อ่านแต่ละ frame
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
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แปลงเป็น Grayscale
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 = cv2.cvtColor(frame, cv2.COLOR_BGR2GRAY)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แสดงผล
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'Webcam'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gray)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กด 'q' เพื่อออก
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cv2.waitKey(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&amp;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'q'</a:t>
            </a: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        break
cap.release()
cv2.destroyAllWindows()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60720" y="960120"/>
            <a:ext cx="3017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5722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📹 VideoCapture(0)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307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webcam กล้องแรก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2, ... สำหรับกล้องอื่น)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947672"/>
            <a:ext cx="3017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5722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🎬 VideoCapture('file')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951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อ่านจากไฟล์ video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(.mp4, .avi, .mov)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935224"/>
            <a:ext cx="3017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5722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980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waitKey(1)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2826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 1ms ระหว่าง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(ปรับได้ตาม FPS ที่ต้องการ)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3922776"/>
            <a:ext cx="3017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5722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968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🔓 cap.release()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4270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ปล่อย resource เสมอ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เมื่อใช้งานเสร็จ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&amp; การวาดบนภาพ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57600" cy="3200400"/>
          </a:xfrm>
          <a:prstGeom prst="rect">
            <a:avLst/>
          </a:prstGeom>
          <a:solidFill>
            <a:srgbClr val="1A2535"/>
          </a:solidFill>
          <a:ln w="12700">
            <a:solidFill>
              <a:srgbClr val="E91E63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Canvas (image)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828800" cy="914400"/>
          </a:xfrm>
          <a:prstGeom prst="rect">
            <a:avLst/>
          </a:prstGeom>
          <a:solidFill>
            <a:srgbClr val="E91E63">
              <a:alpha val="30000"/>
            </a:srgbClr>
          </a:solidFill>
          <a:ln w="25400">
            <a:solidFill>
              <a:srgbClr val="E91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1097280" cy="1097280"/>
          </a:xfrm>
          <a:prstGeom prst="ellipse">
            <a:avLst/>
          </a:prstGeom>
          <a:solidFill>
            <a:srgbClr val="2196F3">
              <a:alpha val="30000"/>
            </a:srgbClr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3774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371600" cy="45720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 Image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33375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putText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0" y="960120"/>
            <a:ext cx="457200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E91E6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960120"/>
            <a:ext cx="4572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9784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drawing.py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43400" y="12618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 canvas ว่าง (สีดำ)
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= np.zeros((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np.uint8)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วาดสี่เหลี่ยม  (pt1, pt2, color, thickness)
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cv2.rectangle(canvas,(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วาดวงกลม  (center, radius, color, thickness)
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cv2.circle(canvas,(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เขียนข้อความ
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cv2.putText(canvas,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'Hello!'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cv2.FONT_HERSHEY_SIMPLEX,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E91E63">
              <a:alpha val="15000"/>
            </a:srgbClr>
          </a:solidFill>
          <a:ln w="12700">
            <a:solidFill>
              <a:srgbClr val="E91E63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ระบบสีใน OpenCV ใช้ BGR ไม่ใช่ RGB เช่น สีแดง = (0, 0, 255)  สีเขียว = (0, 255, 0)  สีน้ำเงิน = (255, 0, 0)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0BCD4">
              <a:alpha val="8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สรุปสิ่งที่เรียนรู้วันนี้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ติดตั้ง OpenCV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800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60604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อ่าน/แสดง/บันทึกภาพ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imread, imshow, imwrite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91E6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0604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Color Spaces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BGR, Gray, HSV, RGB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40280"/>
            <a:ext cx="2606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50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Edge Detection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GaussianBlur + Canny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24028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240280"/>
            <a:ext cx="260604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350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Face Detection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9184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Haar Cascade Classifier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24028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5722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240280"/>
            <a:ext cx="2606040" cy="64008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350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Video/Webcam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2648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VideoCapture + loop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ขั้นต่อไป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Object Detection ด้วย YOLO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 Segmentation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315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 Learning + OpenCV (DNN module)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4315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tracking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Resources: docs.opencv.org  •  pyimagesearch.com  •  learnopencv.com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1214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OpenCV สำหรับผู้เริ่มต้น</dc:title>
  <dc:subject>PptxGenJS Presentation</dc:subject>
  <dc:creator>PptxGenJS</dc:creator>
  <cp:lastModifiedBy>peranat bbc</cp:lastModifiedBy>
  <cp:revision>2</cp:revision>
  <dcterms:created xsi:type="dcterms:W3CDTF">2026-04-17T08:29:01Z</dcterms:created>
  <dcterms:modified xsi:type="dcterms:W3CDTF">2026-04-17T11:21:19Z</dcterms:modified>
</cp:coreProperties>
</file>